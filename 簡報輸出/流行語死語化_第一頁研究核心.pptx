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研究核心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909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流行語為什麼會紅？又為什麼會退燒、變成死語？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7335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流行語的生命週期不只和詞語本身有關，也和來源、語境、二創能力、社群規範與社會環境有關。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10927080" cy="0"/>
          </a:xfrm>
          <a:prstGeom prst="line">
            <a:avLst/>
          </a:prstGeom>
          <a:noFill/>
          <a:ln w="1397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本報告不是做流行語字典，而是看流行語如何經歷：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E7F2F1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被看見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64208" y="3730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37944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E7F2F1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1096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11096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被共用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43784" y="3730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17520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F7EFEA"/>
          </a:solidFill>
          <a:ln w="12700">
            <a:solidFill>
              <a:srgbClr val="E5C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衰退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90672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被說過氣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0" y="3730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97096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F7EFEA"/>
          </a:solidFill>
          <a:ln w="12700">
            <a:solidFill>
              <a:srgbClr val="E5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死語化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0248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需要解釋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4590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核心觀點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910328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流行語的生命週期，是來源、語境與社群共同推動的變化過程。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本報告模型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37376" y="2971800"/>
            <a:ext cx="498348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7376" y="2971800"/>
            <a:ext cx="4983480" cy="402336"/>
          </a:xfrm>
          <a:prstGeom prst="rect">
            <a:avLst/>
          </a:prstGeom>
          <a:solidFill>
            <a:srgbClr val="EDF2F7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關鍵因素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7532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作用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37376" y="3374136"/>
            <a:ext cx="49834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493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349300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決定爆紅起點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37376" y="3886200"/>
            <a:ext cx="49834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005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語境依賴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75320" y="400507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決定是否容易過時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37376" y="4398264"/>
            <a:ext cx="49834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45171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二創能力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75320" y="451713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決定是否進入成熟期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37376" y="4910328"/>
            <a:ext cx="498348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029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社群與環境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75320" y="50292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決定是否被接續使用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101584" y="2971800"/>
            <a:ext cx="0" cy="0"/>
          </a:xfrm>
          <a:prstGeom prst="line">
            <a:avLst/>
          </a:prstGeom>
          <a:noFill/>
          <a:ln w="13970">
            <a:solidFill>
              <a:srgbClr val="D8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01584" y="2971800"/>
            <a:ext cx="0" cy="2615184"/>
          </a:xfrm>
          <a:prstGeom prst="line">
            <a:avLst/>
          </a:prstGeom>
          <a:noFill/>
          <a:ln w="10160">
            <a:solidFill>
              <a:srgbClr val="D8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5989320"/>
            <a:ext cx="10927080" cy="0"/>
          </a:xfrm>
          <a:prstGeom prst="line">
            <a:avLst/>
          </a:prstGeom>
          <a:noFill/>
          <a:ln w="1397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6181344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口頭補充：本報告不是做流行語字典，而是看流行語如何經歷「上升、成熟、衰退、死語化」。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核通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研究核心</dc:title>
  <dc:subject>流行語死語化研究架構</dc:subject>
  <dc:creator>Codex</dc:creator>
  <cp:lastModifiedBy>Codex</cp:lastModifiedBy>
  <cp:revision>1</cp:revision>
  <dcterms:created xsi:type="dcterms:W3CDTF">2026-05-08T16:18:43Z</dcterms:created>
  <dcterms:modified xsi:type="dcterms:W3CDTF">2026-05-08T16:18:43Z</dcterms:modified>
</cp:coreProperties>
</file>