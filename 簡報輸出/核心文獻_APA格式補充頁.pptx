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核心文獻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核心文獻與 APA 格式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上方保留原本的參考用途；下方補上可放在簡報最後的 APA 格式。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文獻用途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2340864"/>
            <a:ext cx="10561320" cy="1472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40864"/>
            <a:ext cx="10561320" cy="292608"/>
          </a:xfrm>
          <a:prstGeom prst="rect">
            <a:avLst/>
          </a:prstGeom>
          <a:solidFill>
            <a:srgbClr val="EDF2F7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42316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文獻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5358384" y="2423160"/>
            <a:ext cx="578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本文參考用途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230368" y="2340864"/>
            <a:ext cx="0" cy="1472184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633472"/>
            <a:ext cx="10561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724912"/>
            <a:ext cx="4370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《華語流行語的使用分析與教學建議》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5358384" y="2724912"/>
            <a:ext cx="57881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流行語來源、結構、語意、語用分類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5230368" y="2340864"/>
            <a:ext cx="0" cy="1472184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026664"/>
            <a:ext cx="10561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118104"/>
            <a:ext cx="4370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Lifecycle and Linguistic Change in Online Communities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5358384" y="3118104"/>
            <a:ext cx="57881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線上社群語言規範與使用者生命週期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5230368" y="2340864"/>
            <a:ext cx="0" cy="1472184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419856"/>
            <a:ext cx="105613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D8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511296"/>
            <a:ext cx="43708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Labov, Principles of Linguistic Change: Social Factors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5358384" y="3511296"/>
            <a:ext cx="57881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社會因素、世代、身份認同對語言變化的影響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5230368" y="2340864"/>
            <a:ext cx="0" cy="1472184"/>
          </a:xfrm>
          <a:prstGeom prst="line">
            <a:avLst/>
          </a:prstGeom>
          <a:noFill/>
          <a:ln w="8890">
            <a:solidFill>
              <a:srgbClr val="D8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56A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APA 格式參考文獻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3232" y="424281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960120" y="4224528"/>
            <a:ext cx="10104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吳思平（2019）。華語流行語的使用分析與教學建議：以卡提諾狂新聞為語料範圍〔碩士論文，國立政治大學〕。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政大學術集成。http://nccur.lib.nccu.edu.tw/handle/140.119/125631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13232" y="481888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60120" y="4800600"/>
            <a:ext cx="10104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Danescu-Niculescu-Mizil, C., West, R., Jurafsky, D., Leskovec, J., &amp; Potts, C. (2013).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 country for old members: User lifecycle and linguistic change in online communities.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 Proceedings of the 22nd International Conference on World Wide Web (pp. 307–318). ACM.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https://doi.org/10.1145/2488388.2488416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713232" y="579729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2F6F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60120" y="5779008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7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Labov, W. (2001). Principles of linguistic change: Social factors (Vol. 2). Blackwell Publishers.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40080" y="6327648"/>
            <a:ext cx="10927080" cy="0"/>
          </a:xfrm>
          <a:prstGeom prst="line">
            <a:avLst/>
          </a:prstGeom>
          <a:noFill/>
          <a:ln w="13335">
            <a:solidFill>
              <a:srgbClr val="D8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649224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B647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註：此頁可直接接在原簡報「核心文獻」頁後，或取代原本的文獻頁。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核心文獻 APA 格式補充頁</dc:title>
  <dc:subject>核心文獻 APA 格式</dc:subject>
  <dc:creator>Codex</dc:creator>
  <cp:lastModifiedBy>Codex</cp:lastModifiedBy>
  <cp:revision>1</cp:revision>
  <dcterms:created xsi:type="dcterms:W3CDTF">2026-05-24T13:48:10Z</dcterms:created>
  <dcterms:modified xsi:type="dcterms:W3CDTF">2026-05-24T13:48:10Z</dcterms:modified>
</cp:coreProperties>
</file>